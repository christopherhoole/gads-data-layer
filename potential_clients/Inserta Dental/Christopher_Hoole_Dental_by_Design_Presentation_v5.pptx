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Driving Patient
Acquisition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Performance Marketing Specialist  |  Interview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640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Specialist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058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Dental &amp; Aesthetics PPC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 managing campaigns for dental clinics and cosmetic practices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Google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Accounts Managed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£50M+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Your 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You have assets most competitors don't — let me turn them into patients.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About Dental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1325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Integrated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Clinic + Lab + Manufacturer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32588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You control the entire chain — quality AND pricing. No other London dental clinic can say this. In PPC, this means ad copy that competitors simply cannot match.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97480"/>
            <a:ext cx="73152" cy="13258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07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“Up to 60% Less”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Transparent Pricing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83464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This is the most powerful ad copy hook in your market. Price-sensitive patients searching for implants will click — and your quality keeps them. This messaging should be in every headline.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11064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73152" cy="1325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Vivo Bridge — 48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Permanent Teeth, Fast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43400"/>
            <a:ext cx="6583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“Permanent teeth in 48 hours” is an incredible USP. Speed + quality + price = unbeatable value proposition. This is your premium product and it deserves its own campaign.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864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4.8★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35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399+ Google Reviews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54864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548640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£1,695+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6035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Single Implant (from)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54864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548640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UK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6035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Flagship + Partner Clinics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The Problem I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Every dental clinic I've worked with has the same three problems.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Why You're Hiring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8503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Wasted Spend on Irrelevant 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459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Without proper negative keyword management, dental implant campaigns attract searches for DIY guides, dental jobs, dental tourism, and NHS alternatives. In my last audit, 42.7% of budget was going to non-converting traffic.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325880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0" y="13258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42.7%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874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Average Waste I Find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8503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73152" cy="13716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852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No Target CPA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004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When bid strategies run without a target CPA, the algorithm has permission to spend anything per lead. CPAs spike from £30 one week to £65 the next. Setting the right guardrails gives you predictable, controllable costs.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880360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288036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£35→£65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Typical CPA Volatility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85039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97680"/>
            <a:ext cx="73152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0740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Lead Quality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54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Not all form fills are real patients. When conversion tracking counts email clicks or irrelevant actions as leads, the algorithm optimises for the wrong thing. Clean tracking = better algorithm decisions = more real patient enquiries.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4434840"/>
            <a:ext cx="22860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443484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3x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Quality Improvement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These are the three things I fix first. Every time. The methodology is proven.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Case Study — The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UK professional services business — the exact methodology I would apply to your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Anonymised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34747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2926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42.7%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Of Budget Wasted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Identified in first audit — £7,836 of £18,338 spent on non-converting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188720"/>
            <a:ext cx="34747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188720"/>
            <a:ext cx="73152" cy="2926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1371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4A853"/>
                </a:solidFill>
                <a:latin typeface="Calibri"/>
              </a:rPr>
              <a:t>35-48%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CPA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Target CPA brought down from £38 to £20-25 through structured optimization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188720"/>
            <a:ext cx="34747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188720"/>
            <a:ext cx="73152" cy="2926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1371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285F4"/>
                </a:solidFill>
                <a:latin typeface="Calibri"/>
              </a:rPr>
              <a:t>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2743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Full audit report with findings, quick wins, and restructure plan — delivered in 5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1091672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This is exactly the audit I would run on your account in week 1.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Dental &amp; Aesthetics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Direct experience in the same market dynamics as Dental by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Sector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303520" cy="2743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54864" cy="2743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Cosmetic Dental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27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via PodDigital 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Google Ads for implants, veneers, and cosmetic dental treatments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Competitive local market with CPCs of £5-15+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Confidential — active agency client (can discuss approach in conversation)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4864" cy="2743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37E"/>
                </a:solidFill>
                <a:latin typeface="Calibri"/>
              </a:rPr>
              <a:t>Medizen Aesthetics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276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Birmingham — medically-led cosmetic clinic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Injectable treatments, laser procedures, aesthetic services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High-value patient leads in a competitive B2C market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CPA reduction through audience and landing page optimization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3474720" cy="1371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54864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Patient Journey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Search intent → ad click → landing page → enquiry → booking.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206240"/>
            <a:ext cx="3474720" cy="13716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206240"/>
            <a:ext cx="54864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Cost Dynamics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High CPCs, long decision cycle, price-sensitive patients.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206240"/>
            <a:ext cx="3474720" cy="13716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20624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Success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Patient bookings, not clicks. Quality over volume.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Week 1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First 5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554480"/>
            <a:ext cx="89611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1417320"/>
            <a:ext cx="320040" cy="3200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1280160" cy="320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Full Account 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347472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54864" cy="1920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+ Meta account structure deep-dive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Bid strategies, conversion tracking, Quality Scores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Benchmark CPL, CPA, conversion rates per clinic</a:t>
            </a:r>
          </a:p>
        </p:txBody>
      </p:sp>
      <p:sp>
        <p:nvSpPr>
          <p:cNvPr id="17" name="Oval 16"/>
          <p:cNvSpPr/>
          <p:nvPr/>
        </p:nvSpPr>
        <p:spPr>
          <a:xfrm>
            <a:off x="5760719" y="1417320"/>
            <a:ext cx="320040" cy="3200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1920240"/>
            <a:ext cx="1280160" cy="320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Competitive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2697480"/>
            <a:ext cx="347472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2697480"/>
            <a:ext cx="54864" cy="1920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8346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Competitor bidding — keywords, ad copy, landing pages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Gaps in the dental implant keyword space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Your USP positioning vs the competition</a:t>
            </a:r>
          </a:p>
        </p:txBody>
      </p:sp>
      <p:sp>
        <p:nvSpPr>
          <p:cNvPr id="24" name="Oval 23"/>
          <p:cNvSpPr/>
          <p:nvPr/>
        </p:nvSpPr>
        <p:spPr>
          <a:xfrm>
            <a:off x="9509759" y="1417320"/>
            <a:ext cx="320040" cy="3200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1920240"/>
            <a:ext cx="1280160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19385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Quick Wins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2697480"/>
            <a:ext cx="3474720" cy="19202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2697480"/>
            <a:ext cx="54864" cy="1920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283464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issues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Add negative keywords to block waste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 target CPA / ROAS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11091672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2920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37E"/>
                </a:solidFill>
                <a:latin typeface="Calibri"/>
              </a:rPr>
              <a:t>Full audit report with findings and 90-day roadmap by Friday.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90-Day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Months 1-3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914400"/>
            <a:ext cx="73152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20-30% CPL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051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Within 90 days, based on experience with similar dental and aesthetics 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54864" cy="3749039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Month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Restructure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Restructure campaigns by treatment type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Launch 9-list negative keyword framework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— real leads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2103120"/>
            <a:ext cx="54864" cy="3749039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Month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Optimise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Landing page + conversion rate optimization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Expand keywords from search term mining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Begin multi-clinic rollout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19" y="2103120"/>
            <a:ext cx="3474720" cy="3749039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2103120"/>
            <a:ext cx="54864" cy="3749039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2402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Month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288036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Scale winners, cut underperformers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Establish per-clinic benchmarks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Full reporting + months 4-6 roadmap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Multi-Clinic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How insights from Dental by Design flow across your partner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Network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45720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3474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Dental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Flagship Clinic — Testing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031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Highest budget = most data = fastest learning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Test ad copy angles, keywords, bid strategies here first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Establish benchmarks for CPL, conversion rate, Quality Score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Winning strategies proven with real patient enquiry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560320"/>
            <a:ext cx="9144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188720"/>
            <a:ext cx="50292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188720"/>
            <a:ext cx="73152" cy="3474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Partner Clinics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UK Network — Scaled Learnings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Separate campaigns per clinic — tailored messaging + targeting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Shared negative keyword lists — one block benefits all clinics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Performance-based budgets — best clinics earn more spend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Localised ad copy with proven angles from flagship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Separate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Campaigns Per Clinic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93776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93776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Shared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Negative Keyword Lists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93776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93776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Based Budgets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ACT — My Competitive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proprietary Google Ads optimization engine I built from the ground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Proprietary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ACT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45920"/>
            <a:ext cx="54864" cy="685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30+ automated checks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running overnight across Account, Campaign, Ad Group, Keyword, Ad, and Shopping levels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54864" cy="685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7 bid strategy rule sets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covering Manual CPC, tCPA, tROAS, Max Conversions, Max Clicks, PMax, and Shopping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303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918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7E"/>
                </a:solidFill>
                <a:latin typeface="Calibri"/>
              </a:rPr>
              <a:t>9 negative keyword lists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auto-sorted by word count and match type — systematic protection against wasted 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434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“Your campaigns are being optimised 24/7, not just when I log in. Every action is logged, explainable, and reversible. No other candidate has built their own optimization platform.”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ACT Morning Review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00200"/>
            <a:ext cx="5303520" cy="4251960"/>
          </a:xfrm>
          <a:prstGeom prst="rect">
            <a:avLst/>
          </a:prstGeom>
          <a:solidFill>
            <a:srgbClr val="F5F6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6-light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40690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Why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4864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35331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371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Hands-on specialist — I work inside the platforms daily, not a strategist who delegates.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54864" cy="777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313432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31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Direct dental and aesthetics PPC experience — same market, same dynamics.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273552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Built my own Google Ads optimization platform (ACT) — no other candidate has this.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069080"/>
            <a:ext cx="54864" cy="7772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233672"/>
            <a:ext cx="411480" cy="4114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519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Proven audit methodology — 42.7% waste found, CPA reduced 35-48%.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54864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19379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7E"/>
                </a:solidFill>
                <a:latin typeface="Calibri"/>
              </a:rPr>
              <a:t>I measure success by patient bookings, not clicks.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54864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578608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Grant me access to your Google Ads and Meta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Read-only access is all I need to run the full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30168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387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I'll deliver a full audit report within the first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Waste analysis, structure review, and restructure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8056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681728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902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You'll see measurable improvements within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Quick wins in week 1, structured optimization months 1-3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Ready to Start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285F4"/>
                </a:solidFill>
                <a:latin typeface="Calibri"/>
              </a:rPr>
              <a:t>Christopher Hoole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chris@christopherhoole.com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christopherhoole.com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+44 7999 500 184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Dental PPC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ACT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Proprietary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06240"/>
            <a:ext cx="539496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251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“I don't just manage campaigns. I've built a system to continuously optimise them. I have direct dental PPC experience. And I'm ready to start immediately.”
— Christopher Hoole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