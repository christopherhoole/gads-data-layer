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PLAN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73152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548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868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 CPA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49224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 target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256032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25603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hrs/week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06840" y="256032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06840" y="256032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1440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plan horizon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3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Shape 25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Cadence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every Monday — consistent, data-driven improvement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16459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 (recurring tasks)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— exclude irrelevant terms, identify new keyword opportunities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check — CPA, conversion rate, spend pacing, Quality Score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adjustment review — refine schedule, device, and geographic bids based on latest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maintenance — add new phrase/exact negatives from search term findings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3520440" cy="5486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Keywords, search terms, new 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Landing page planning + build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Landing page live + first data review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Performance analysis, CPA adjustment, Month 1 report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10896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3108960"/>
            <a:ext cx="3520440" cy="5486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3383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37947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monitoring post landing page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 (£30 → £27)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testing cycle 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bid refinement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expansion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10896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108960"/>
            <a:ext cx="3520440" cy="548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3383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37947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at £25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Q2 vs Q1 comparison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PMax campaign retest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A/B test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with Owen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1 (2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Search Terms &amp; Ad Copy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Audit (45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active keywords against search term performance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high-converting search terms as new keywords (e.g., "planning objection solicitor", "object planning permission", "planning objection advice")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match types — ensure phrase match is used for core terms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re-enabled keywords are accruing impressions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16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Exclusion (45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2724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review all search terms from the past 30 days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irrelevant terms — add to appropriate negative keyword list by word count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any new waste patterns not covered by existing negatives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exclusions for the monthly report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708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Review (30 mins)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performance of current 3 RSAs + 1 call-only 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1-2 new RSA variants for split testing (Trust, Speed, or Value angles)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headline and description combinations for relevance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keyword insertion is working correctly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2 (7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+ Landing Page Build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(30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recurring: review new search terms, exclude irrelevant, add promising ones as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9167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28600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59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Planning &amp; Build (90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670048"/>
            <a:ext cx="10634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Owen's current site files — map brand assets (colours, fonts, logos, imagery)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new dedicated landing page for planning objection keywords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more focused than homepage — headline, form, trust signals, 1 CTA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Claude Code (HTML/CSS/JS), matching objectionexperts.com brand perfectly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to set up Vercel + GitHub accounts — connect repo for continuous deployment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LP draft ready for review by end of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692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goal: Improve "Landing Page Experience" from Below Average to Average/Above Average — the #1 Quality Score lever.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3 (14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 + First Performance 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(30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recurring: review, exclude, add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21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Launch (30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and QA of landing page on Vercel preview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adds DNS records to connect subdomain (e.g., lp.objectionexperts.com)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live, verify tracking is firing correctly (form submissions, phone clicks)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Google Ads final URLs to point to new landing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167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57600"/>
            <a:ext cx="54864" cy="20116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30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Performance Review (60 mins)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041648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of data since Day 1 changes — first meaningful comparison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CPA trend (is £30 target holding?), conversion rate, click volume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Are re-enabled keywords getting impressions and converting?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Negative keywords working? Any new irrelevant terms slipping through?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Ad schedule and geographic bid adjustments — any obvious outliers?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for month-end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Week 4 (21 April)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+ CPA Adjustment + Month 1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 (20 mins)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recurring: review, exclude, add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9167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20116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21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 Performance Analysis (60 mins)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of data post Day 1 changes — compare to pre-change baseline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trend: is £30 target achievable? Reduce to £27 if data supports 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check: has landing page improved LP Experience score?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copy: which RSAs are winning? Pause worst performer if clear loser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Geographic: first month of county-level data — any clear winners/losers?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and schedule: refine any bid adjustments with 3 weeks of clean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708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Report for Owen (40 mins)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monthly report: what changed, performance comparison, next month's focus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CPA before vs after, conversion rate, Quality Score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specific actions taken and their measured impact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call with Owen to walk through findings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May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phase — refine what's working, fix what isn't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47548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47548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Monitoring: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QS changes after landing page launch. Target: move core keywords from QS 2-3 to QS 5-6. This directly reduces CPC.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CPA is stable at £30, reduce to £27. Gradual steps — never more than 15-20% at a time.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Testing Cycle 2: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 1 ad test results. Replace worst performing RSA with a new challenger. Test different angles (trust, speed, value).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Bid Refinement: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 of county-level data available. Increase bids on top performers, reduce on underperformers. Data-driven decisions.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Expansion: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best converting search terms to keywords. Review close variants. Consider new ad groups if a theme emerges with enough volume.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Search Term Reviews: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every Monday — this never stops. The negative keyword lists will grow and protection will improve over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June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phase — scaling what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1091672" cy="47548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47548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at £25: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QS improvements have taken effect, push target CPA to £25. This should yield 60+ leads per month at the £1,500 budget.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Quarter Comparison: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vs Q1 2026 vs Q4 2025 — demonstrate the trajectory. CPA, conversion rate, lead volume, Quality Score, impression share.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Campaign Retest: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PMax campaign had a £9.73 CPA with 20 conversions. With the account now clean, a PMax retest could unlock additional volume at low CPA.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A/B Test: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baseline LP is performing, test a variant (different headline, form placement, or social proof). Small improvements compound.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Strategy Review: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with Owen to review 3 months of progress. Discuss budget, goals, and strategy for Q3. Present the data, agree the next quarter's plan.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Reduction Roadmap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£38.63 → £25 within 3 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286000"/>
            <a:ext cx="905256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implemented.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011680"/>
            <a:ext cx="640080" cy="64008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Apr)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reduction.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CPA stable at £30.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01168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 May)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achieved.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improvements active.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201168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performance.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QS gains.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14800"/>
            <a:ext cx="54864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06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Each Reduction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57200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 → £30: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fix + target CPA guardrail + negative keywords (already done)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 → £27: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Re-enabled high-performing keywords + schedule/geo bid optimisations reducing wasted spend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£27 → £25: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improvements from dedicated landing page — lower CPCs across all keywords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 sustained: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weekly optimisation, ad copy testing, keyword expansion, geographic refinement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Optimisation Plan — Objection Experts</dc:title>
  <dc:subject>PptxGenJS Presentation</dc:subject>
  <dc:creator>Christopher Hoole</dc:creator>
  <cp:lastModifiedBy>Christopher Hoole</cp:lastModifiedBy>
  <cp:revision>1</cp:revision>
  <dcterms:created xsi:type="dcterms:W3CDTF">2026-04-01T16:03:52Z</dcterms:created>
  <dcterms:modified xsi:type="dcterms:W3CDTF">2026-04-01T16:03:52Z</dcterms:modified>
</cp:coreProperties>
</file>