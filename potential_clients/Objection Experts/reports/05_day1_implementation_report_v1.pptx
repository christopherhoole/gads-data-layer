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0972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73152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Changes Implemented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from audit reports — all live today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CPA reduction from £39 toward £25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10312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7720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77200" y="21031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821436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1436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Negatives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93648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36480" y="210312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7" name="Text 24"/>
          <p:cNvSpPr/>
          <p:nvPr/>
        </p:nvSpPr>
        <p:spPr>
          <a:xfrm>
            <a:off x="1007364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7364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Targets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91440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097280"/>
            <a:ext cx="365760" cy="36576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9875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conversion tracking — Email Click moved from Primary to Secondary. The algorithm will no longer optimise for email link clicks.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78308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65960"/>
            <a:ext cx="365760" cy="36576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1856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CPA to £30 — the algorithm now has a cost guardrail. Previously there was no target, allowing unlimited spend per conversion.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651760"/>
            <a:ext cx="45720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834640"/>
            <a:ext cx="365760" cy="36576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27249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auto-apply recommendations — removed 2 dangerous auto-applies (conflicting negatives removal + conversion tracking upgrades). Google can no longer make unsupervised changes.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52044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70332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negative keywords from scratch — 255 keywords across 7 lists organised by word count (phrase + exact match). Removed old broad-match list that was blocking converting search terms.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38912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457200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462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and removed 6 dangerous negatives — broad match keywords like "appeal", "test", "hire" were actively blocking paying customers.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5257800"/>
            <a:ext cx="45720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" y="5440680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53309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Re-enabled 8 high-performing keywords — the previous agency paused keywords with 470 lifetime conversions and £24 average CPA. These are now live again.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91440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91440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1" name="Shape 39"/>
          <p:cNvSpPr/>
          <p:nvPr/>
        </p:nvSpPr>
        <p:spPr>
          <a:xfrm>
            <a:off x="6327648" y="1097280"/>
            <a:ext cx="365760" cy="36576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66560" y="9875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wasteful ad group — Neighbourhood Objections (zero conversions, £79 wasted) is now paused. Volume consolidated into the main ad group.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178308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178308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6" name="Shape 44"/>
          <p:cNvSpPr/>
          <p:nvPr/>
        </p:nvSpPr>
        <p:spPr>
          <a:xfrm>
            <a:off x="6327648" y="1965960"/>
            <a:ext cx="365760" cy="36576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66560" y="18562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device bids — Tablet reduced from -20% to -30% based on performance data. Mobile and desktop kept at +10%.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265176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2651760"/>
            <a:ext cx="45720" cy="7772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1" name="Shape 49"/>
          <p:cNvSpPr/>
          <p:nvPr/>
        </p:nvSpPr>
        <p:spPr>
          <a:xfrm>
            <a:off x="6327648" y="2834640"/>
            <a:ext cx="365760" cy="365760"/>
          </a:xfrm>
          <a:prstGeom prst="ellipse">
            <a:avLst/>
          </a:prstGeom>
          <a:solidFill>
            <a:srgbClr val="FBBC05"/>
          </a:solidFill>
          <a:ln/>
        </p:spPr>
      </p:sp>
      <p:sp>
        <p:nvSpPr>
          <p:cNvPr id="52" name="Text 50"/>
          <p:cNvSpPr/>
          <p:nvPr/>
        </p:nvSpPr>
        <p:spPr>
          <a:xfrm>
            <a:off x="632764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766560" y="27249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ad schedule bid adjustments — +15% on 6 best-performing time slots, -40% blanket reduction on all Sunday slots (CPA £66 vs £35 average).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352044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3520440"/>
            <a:ext cx="45720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6" name="Shape 54"/>
          <p:cNvSpPr/>
          <p:nvPr/>
        </p:nvSpPr>
        <p:spPr>
          <a:xfrm>
            <a:off x="6327648" y="3703320"/>
            <a:ext cx="365760" cy="36576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7" name="Text 55"/>
          <p:cNvSpPr/>
          <p:nvPr/>
        </p:nvSpPr>
        <p:spPr>
          <a:xfrm>
            <a:off x="6327648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766560" y="35935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geographic targeting from scratch — replaced 20 overlapping location targets with 52 county-level targets covering the full UK. Tiered bid adjustments based on historical performance.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17920" y="4389120"/>
            <a:ext cx="5394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17920" y="4389120"/>
            <a:ext cx="45720" cy="7772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1" name="Shape 59"/>
          <p:cNvSpPr/>
          <p:nvPr/>
        </p:nvSpPr>
        <p:spPr>
          <a:xfrm>
            <a:off x="6327648" y="4572000"/>
            <a:ext cx="365760" cy="36576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2" name="Text 60"/>
          <p:cNvSpPr/>
          <p:nvPr/>
        </p:nvSpPr>
        <p:spPr>
          <a:xfrm>
            <a:off x="6327648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766560" y="4462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misconfigured goal — removed "Download" goal with Android installs conversion action (not relevant to this business).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5" name="Shape 6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6" name="Shape 6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67" name="Shape 6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6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&amp; Bid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critical fixes — implemented immediately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counted as Primary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optimising for email link clicks (not real leads)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CPA set — unlimited cost per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enabled — Google making bid strategy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Android download goal in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moved to Secondary — excluded from bidding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now optimises only for form submissions + calls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 — clear cost guardrail in place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auto-applies disabled (conflicting neg removal + tracking upgrades)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download goal removed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CPA gives the algorithm a cost ceiling it didn't have before. Combined with cleaner conversion data, the algorithm can now make better decisions about which clicks to pursue and which to avoid.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 plan: £30 (now) → £27 (week 4) → £25 (week 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"Use optimised ad rotation" auto-apply was kept enabled — this is standard best practice and helps serve the best-performing 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Overhaul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191 broad-match keywords to 255 structured phrase/exact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keywords in a single broad-match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were actively blocking converting search terms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("appeal", "appealing", "appeals", "test", "hire", "usa")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— impossible to audit or maintain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keywords across 7 organised lists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+ exact match only (no broad match)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dangerous blockers removed — converting terms now free to show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Safety-checked against all converting search terms before applying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30352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List Name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Match Type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 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5+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17920" y="3291840"/>
            <a:ext cx="5394960" cy="27432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29184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Discovery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3749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broad-match negative "appeal" was blocking 17 search terms that actually convert — including "appeal planning decision" and "planning permission appeals".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"hire" was blocking "cheshire east planning objections" because broad match sees "hire" inside "cheshire".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"test" was blocking "contest planning application" because broad match sees "test" inside "contest".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now removed. Converting traffic is no longer being blocked.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high-performing paused keywords re-enabled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agency paused several of the account's best-performing keywords in October 2025. We've re-enabled them: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371600"/>
                <a:gridCol w="13716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Lifetime 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"object to planning application"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£22.08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6.5%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"opposing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£28.66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specialist"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£20.97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18.4%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consultants"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£22.65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letter"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£24.94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6.3%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"contesting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£29.52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7.2%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permission objections"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£27.78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6.0%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solicitor"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£10.77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22.6%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75488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8 keywords have generated 573 lifetime conversions at an average CPA of £24.30. The previous agency paused them all in October 2025 as part of a restructure.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paused: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 ad group (zero conversions, £79 wasted). Volume now consolidated into the main Planning Objections ad group with 12 active keywords.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schedule, and day-of-week optimisations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CPA (£27), 57% of spend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 rate (8.6%), strong CPA (£28)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-20% → -30%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conv rate (4.9%), volatile CPA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+15%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2-5pm (CPA £25)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5pm-12am (CPA £28)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2-5pm (CPA £25)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5pm-12am (CPA £24)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5pm-12am (CPA £20)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12-2pm (CPA £29)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56616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Sunday: -40%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16459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-40% on all Sunday slots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average CPA: £66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account average: £40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Sunday slot underperforms. A blanket reduction is cleaner than individual tweaks on low-volume slots.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1091672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9476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bid adjustments are based on all-time performance data. They will be reviewed and refined monthly as new data accumulates. The approach is deliberate: increase spend where CPA is strong, reduce where it's weak.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Targeting Rebuild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 overlapping targets to 52 clean county-level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overlapping location targets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"United Kingdom" catch-all (45% of spend, worst CPA)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targeted 3 times (city + radius + catch-all)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radius targets including "Hair Salons within Plymouth"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bid adjustments — every area treated equally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county-level targets — full UK coverage, zero overlap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English counties + Scotland + Wales + Northern Ireland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bid adjustments: +15% (13 top counties), 0% (20), -20% (7 weak)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now attributable to a specific county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for monthly optimisation from day 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25603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91840"/>
            <a:ext cx="54864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Counties (+15% bid increase)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10725912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432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Greater London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58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Kent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Essex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27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Surrey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10.7%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Hertfordshire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19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9.2%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Norfolk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14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£15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13.3%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Staffordshire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£13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11.9%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April)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09728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keyword audit, search term exclusions, new ad copy variants for testing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5740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April)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14884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build begins — dedicated page to improve Quality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April)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20040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live. First performance review of Day 1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605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April)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25196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analysis. Reduce target CPA to £27 if data supports it. Month 1 report.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91672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showing exactly what changed and what improved. </a:t>
            </a:r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vanity metrics, no jargon. Just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Implementation Report — Objection Experts</dc:title>
  <dc:subject>PptxGenJS Presentation</dc:subject>
  <dc:creator>Christopher Hoole</dc:creator>
  <cp:lastModifiedBy>Christopher Hoole</cp:lastModifiedBy>
  <cp:revision>1</cp:revision>
  <dcterms:created xsi:type="dcterms:W3CDTF">2026-04-01T16:03:52Z</dcterms:created>
  <dcterms:modified xsi:type="dcterms:W3CDTF">2026-04-01T16:03:52Z</dcterms:modified>
</cp:coreProperties>
</file>