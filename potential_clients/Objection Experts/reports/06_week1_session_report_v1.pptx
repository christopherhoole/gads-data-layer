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REPORT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657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April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Google Ads Specialist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5720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5720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54864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0" y="100584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Excluded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77200" y="45720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77200" y="45720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5"/>
          <p:cNvSpPr/>
          <p:nvPr/>
        </p:nvSpPr>
        <p:spPr>
          <a:xfrm>
            <a:off x="8260080" y="54864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60080" y="100584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Added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936480" y="45720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936480" y="45720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10119360" y="54864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0119360" y="100584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RSA Built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7920" y="155448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155448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16459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400800" y="21031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 Strength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077200" y="155448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077200" y="1554480"/>
            <a:ext cx="54864" cy="914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Text 27"/>
          <p:cNvSpPr/>
          <p:nvPr/>
        </p:nvSpPr>
        <p:spPr>
          <a:xfrm>
            <a:off x="8260080" y="16459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260080" y="21031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Negatives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936480" y="1554480"/>
            <a:ext cx="1676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936480" y="155448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4" name="Text 31"/>
          <p:cNvSpPr/>
          <p:nvPr/>
        </p:nvSpPr>
        <p:spPr>
          <a:xfrm>
            <a:off x="10119360" y="164592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10119360" y="2103120"/>
            <a:ext cx="140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 Fixes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217920" y="2743200"/>
            <a:ext cx="5394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17920" y="2743200"/>
            <a:ext cx="54864" cy="18288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8" name="Text 35"/>
          <p:cNvSpPr/>
          <p:nvPr/>
        </p:nvSpPr>
        <p:spPr>
          <a:xfrm>
            <a:off x="6446520" y="2834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Focus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446520" y="3200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Owen’s feedback on negative keywords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Keyword audit — 17 new high-performers added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term review — 548+ exclusions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 copy — new Excellent-strength RSA live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1" name="Shape 38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2" name="Shape 39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3" name="Shape 40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Today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optimisation session — 2 hours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05156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51560"/>
            <a:ext cx="45720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124712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1247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Actioned Owen’s feedback — removed "permitted development", "change of use", "planning permission extension" from negatives. Owen objects to these applications.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240280"/>
            <a:ext cx="45720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313432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3134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10 appeal phrase-match negatives — Owen confirmed appeals are a different service. Blocks £390/year of wasted spend on appeal searches.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29000"/>
            <a:ext cx="45720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02152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5021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"planning consultant" phrase match with exact-match variants — stops blocking "objection by planning consultant" while still blocking wrong-service searches.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617720"/>
            <a:ext cx="45720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690872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469087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17 new high-converting keywords — found from search term data. Best finds: "planning objection advice" (CPA £10), "object planning permission" (CPA £6).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05156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051560"/>
            <a:ext cx="45720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1124712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75120" y="11247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548+ irrelevant search terms as exact match — appeals, refusals, solicitor searches, templates, DIY intent, informational queries. All organised by word count.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24028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240280"/>
            <a:ext cx="45720" cy="105156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2313432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23134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worst-performing RSA (CPA £59, CR 4.3%) — "Planning Objection Help" was dragging down account performance.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42900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429000"/>
            <a:ext cx="45720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3502152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75120" y="35021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new RSA with Excellent ad strength — Trust &amp; Credibility angle. 15 headlines, 4 descriptions, keywords in descriptions. Now in review.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9" name="Shape 3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Shape 3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1" name="Shape 3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2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Negative Changes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actioned + new keywords from search term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Owen’s Feedback Actioned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negatives (Owen’s core services):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"permitted development" — Owen objects to these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"change of use" — Owen’s most common work currently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permission extension" — Owen objects to these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consultant" phrase match → exact match variants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10 appeal phrase-match negatives: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Owen confirmed: appeals are a completely different planning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New Keywords Added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from search term data: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objection advice" — CPA £10, 39% CR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"object planning permission" — CPA £6, 37% CR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"objection planning application" — CPA £5, 44% CR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stop a planning application" — CPA £12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"oppose planning permission" — CPA £11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added as phrase match to Planning Objections ad group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1672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4904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548+ Search Terms Excluded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634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non-converting, irrelevant search term reviewed and excluded as exact match. Categories blocked: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&amp; refusals — different planning service entirely (Owen confirmed)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Solicitor/lawyer/consultant searches — people looking for different professionals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samples, examples — DIY intent, not seeking a paid service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needed", timescales, costs — purely informational queries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Council-specific searches, complaints, enforcement, building regs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organised by word count across structured negative keyword lists (phrase + exact match).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Changes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performer paused, new Excellent-strength RSA 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16459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Paused: "Planning Objection Help"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£59.36  |  Conv Rate: 4.3%  |  CTR: 4.7%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performer across all metrics. Dragging down the ad group’s overall performance. Pausing it concentrates budget into better-performing ads.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164592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Trust &amp; Credibility RSA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Strength: Excellent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headlines + 4 descriptions. Leads with RTPI credentials, 600+ objections, fixed pricing, free consultation. Keywords in descriptions for better relevance.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1091672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08960"/>
            <a:ext cx="54864" cy="2286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00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 Lineup (3 ads running)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611880"/>
          <a:ext cx="10725912" cy="1371600"/>
        </p:xfrm>
        <a:graphic>
          <a:graphicData uri="http://schemas.openxmlformats.org/drawingml/2006/table">
            <a:tbl>
              <a:tblPr/>
              <a:tblGrid>
                <a:gridCol w="3657600"/>
                <a:gridCol w="1097280"/>
                <a:gridCol w="1371600"/>
                <a:gridCol w="1371600"/>
                <a:gridCol w="137160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RSA 1: Keyword Insertion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RSA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£26.42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7.1%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Running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RSA 2: Objection Letter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RSA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Good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£42.89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5.4%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Running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NEW: Trust &amp; Credibility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RSA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Excellent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TBD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TBD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C05"/>
                          </a:solidFill>
                        </a:rPr>
                        <a:t>In Review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If new RSA outperforms RSA 2 (£42 CPA) within 1-2 weeks, pause RSA 2 and run our ad alongside the top performer.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Monday (7 April)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109167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05840"/>
            <a:ext cx="54864" cy="10058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New RSA Performance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417320"/>
            <a:ext cx="8805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approved? Getting impressions? Early CPA vs RSA 2 (£42.89). If winning, consider pausing RSA 2.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68712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1109167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19456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606040"/>
            <a:ext cx="8805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1,776 remaining unactioned terms. Continue exclusion pass. Also review any new terms from this week’s traffic.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68712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1109167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83280"/>
            <a:ext cx="54864" cy="10058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Sitelinks, Callouts &amp; Snippets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794760"/>
            <a:ext cx="8805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duplicate sitelinks with clean set. Add new callouts and structured snippets. Improves ad real estate and Quality Score.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68712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9167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572000"/>
            <a:ext cx="54864" cy="10058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Planning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983480"/>
            <a:ext cx="8805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Owen’s site files. Map brand assets. Wireframe dedicated landing page for planning objection keywords. Start build.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68712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8521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every Monday — consistent, data-driven improvement.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Christopher Hoole</dc:creator>
  <cp:lastModifiedBy>Christopher Hoole</cp:lastModifiedBy>
  <cp:revision>1</cp:revision>
  <dcterms:created xsi:type="dcterms:W3CDTF">2026-04-03T13:05:37Z</dcterms:created>
  <dcterms:modified xsi:type="dcterms:W3CDTF">2026-04-03T13:05:37Z</dcterms:modified>
</cp:coreProperties>
</file>