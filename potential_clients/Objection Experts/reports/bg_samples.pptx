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White + Navy Panel</a:t>
            </a:r>
            <a:endParaRPr lang="en-US" sz="900" dirty="0"/>
          </a:p>
        </p:txBody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4630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22960" y="338328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4297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64008"/>
            <a:ext cx="4690872" cy="679399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0" y="64008"/>
            <a:ext cx="54864" cy="67939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2011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77724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778240" y="3383280"/>
            <a:ext cx="4572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9235440" y="3383280"/>
            <a:ext cx="457200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Shape 16"/>
          <p:cNvSpPr/>
          <p:nvPr/>
        </p:nvSpPr>
        <p:spPr>
          <a:xfrm>
            <a:off x="9692640" y="3383280"/>
            <a:ext cx="457200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Shape 17"/>
          <p:cNvSpPr/>
          <p:nvPr/>
        </p:nvSpPr>
        <p:spPr>
          <a:xfrm>
            <a:off x="10149840" y="3383280"/>
            <a:ext cx="45720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total spend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£18,338.25 analysed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solidFill>
            <a:srgbClr val="2A35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00400"/>
            <a:ext cx="12188952" cy="731520"/>
          </a:xfrm>
          <a:prstGeom prst="rect">
            <a:avLst/>
          </a:prstGeom>
          <a:solidFill>
            <a:srgbClr val="4A55B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931920"/>
            <a:ext cx="12188952" cy="640080"/>
          </a:xfrm>
          <a:prstGeom prst="rect">
            <a:avLst/>
          </a:prstGeom>
          <a:solidFill>
            <a:srgbClr val="8B93D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572000"/>
            <a:ext cx="12188952" cy="548640"/>
          </a:xfrm>
          <a:prstGeom prst="rect">
            <a:avLst/>
          </a:prstGeom>
          <a:solidFill>
            <a:srgbClr val="C5C9E8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E8EAF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1" name="Shape 9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Navy Gradient to White</a:t>
            </a:r>
            <a:endParaRPr lang="en-US" sz="900" dirty="0"/>
          </a:p>
        </p:txBody>
      </p:sp>
      <p:pic>
        <p:nvPicPr>
          <p:cNvPr id="1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 ANALYSIS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2296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22960" y="29260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" y="2926080"/>
            <a:ext cx="45720" cy="10972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6012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74720" y="2926080"/>
            <a:ext cx="45720" cy="10972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61188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Wasted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0" y="29260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26480" y="2926080"/>
            <a:ext cx="45720" cy="10972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26364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778240" y="2926080"/>
            <a:ext cx="2377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778240" y="2926080"/>
            <a:ext cx="45720" cy="1097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Text 27"/>
          <p:cNvSpPr/>
          <p:nvPr/>
        </p:nvSpPr>
        <p:spPr>
          <a:xfrm>
            <a:off x="891540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£18,338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91540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" y="5303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  |  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  |  Data period: Jan 2025 — Mar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4: Light Grey + Bold Accents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your £18,338 total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0080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0684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006840" y="2926080"/>
            <a:ext cx="54864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Text 22"/>
          <p:cNvSpPr/>
          <p:nvPr/>
        </p:nvSpPr>
        <p:spPr>
          <a:xfrm>
            <a:off x="918972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£522/mo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1897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Savings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6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Shape 27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2026-03-29T15:54:48Z</dcterms:created>
  <dcterms:modified xsi:type="dcterms:W3CDTF">2026-03-29T15:54:48Z</dcterms:modified>
</cp:coreProperties>
</file>