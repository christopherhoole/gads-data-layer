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your £18,338.25 total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292608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006840" y="2926080"/>
            <a:ext cx="54864" cy="12801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9189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£522.44/mo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189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Savings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7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generated clicks but zero conversions, accounting for £5,694.35 in wasted spend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of £47.39 vs weekday average of £32.61 — a 45% premium with no bid adjustment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advice on 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for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to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refusal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objections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neighbours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disputes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£17413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6990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£33.06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£27.51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£46.81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Neighbourhood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to optimise.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18:00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£24.11 (34 conversions)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9am-6pm business hours show the strongest conversion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zero conversions  |  Amber = low (&lt;10)  |  Blue = active  |  Line = conversions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£47.39 vs £32.61 weekday avg — 45% premium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Increase Monday/Wednesday bids where CPA is lowest.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188720"/>
                <a:gridCol w="1371600"/>
                <a:gridCol w="13716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Mobile phones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£10,398.36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4675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Computers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£7,445.04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2415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216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£34.55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Tablets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£489.86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278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£34.99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9436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Reduce tablet bids to -30% or -40%.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spent £5,694.35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895+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proven areas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914400"/>
            <a:ext cx="73152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60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14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64008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8080" y="9144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0" y="9144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171907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1719072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252374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98080" y="2523744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0" y="2569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8080" y="332841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98080" y="3328416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41330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0" y="4133088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categories. The total represents the upper bound of identifiable waste.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3" name="Shape 4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4" name="Shape 4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reduce waste and improve performance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47472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57607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Est. Saving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Add Phrase-Match Negative Keywords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Block the waste categories identified: DIY/templates, wrong services, jobs, neighbourhood disputes. Switch from exact to phrase match for broader protection.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£100-150/mo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Pause Neighbourhood Objections 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Zero conversions, fragmenting campaign data. Consolidate volume into the main Planning Objections ad group.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£5-10/mo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Implement Ad Schedule Bid Adjustments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Reduce bids during dead hours (1am-5am) by 50-80%. Increase bids during peak business hours (9am-5pm Mon-Fri).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£30-50/mo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Reduce Sunday Bids by 20-30%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Sunday CPA (£47.39) is 45% higher than weekdays. Apply a bid reduction to control costs.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£35-50/mo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Tighten Geographic Targeting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Exclude consistently non-converting regions. Add location bid adjustments to focus budget on proven areas.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£200-380/mo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285F4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Adjust Tablet Bids to -30% or -40%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Tablets have the weakest conversion rate (5.0%) and highest CPA. Increase bid reduction from the current -20%.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£15-25/mo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89204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89204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Savings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257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£380-655/month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343400" y="489204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0" y="489204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526280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Saving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26280" y="5257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£4,560-7,860/year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138160" y="4892040"/>
            <a:ext cx="3566160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0" name="Text 17"/>
          <p:cNvSpPr/>
          <p:nvPr/>
        </p:nvSpPr>
        <p:spPr>
          <a:xfrm>
            <a:off x="8321040" y="4965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21040" y="5257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2: Account Structure &amp;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costs increased after October 2025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2026-03-29T16:19:15Z</dcterms:created>
  <dcterms:modified xsi:type="dcterms:W3CDTF">2026-03-29T16:19:15Z</dcterms:modified>
</cp:coreProperties>
</file>