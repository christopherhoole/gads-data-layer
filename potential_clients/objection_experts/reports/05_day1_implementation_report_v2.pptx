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0972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Google Ads Specialist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57200"/>
            <a:ext cx="73152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Changes Implemented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from audit reports — all live today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CPA reduction from £39 toward £25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210312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7720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77200" y="21031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Text 20"/>
          <p:cNvSpPr/>
          <p:nvPr/>
        </p:nvSpPr>
        <p:spPr>
          <a:xfrm>
            <a:off x="821436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21436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Negatives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936480" y="2103120"/>
            <a:ext cx="167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936480" y="210312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7" name="Text 24"/>
          <p:cNvSpPr/>
          <p:nvPr/>
        </p:nvSpPr>
        <p:spPr>
          <a:xfrm>
            <a:off x="10073640" y="2194560"/>
            <a:ext cx="144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073640" y="25603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Targets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8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29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Today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changes across 4 areas — all live immediately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Bid Strategy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moved from Primary to Secondary conversion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71907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 (was unlimited)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02082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2 dangerous auto-apply recommendations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32257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misconfigured Android download goal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8072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12724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scratch: 255 keywords across 7 structured lists (phrase + exact)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6 broad-match negatives that were blocking converting traffic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13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&amp; 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23367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Re-enabled 8 high-performing paused keywords (573 lifetime conversions, £24 CPA)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53542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Neighbourhood Objections ad group (zero conversions, £79 wasted)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02005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Adjustments &amp; Targeting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53400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Tablet reduced from -20% to -30%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64184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schedule: +15% on 8 best slots, -40% on 9 worst slots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943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Geographic: replaced 20 overlapping targets with 52 county-level targets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8" name="Shape 2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9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 &amp; Bid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most critical fixes — implemented immediately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counted as Primary conversion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optimising for email link clicks (not real leads)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CPA set — unlimited cost per conversion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enabled — Google making bid strategy changes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Android download goal in 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Click moved to Secondary — excluded from bidding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now optimises only for form submissions + calls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set to £30 — clear cost guardrail in place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auto-applies disabled (conflicting neg removal + tracking upgrades)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download goal removed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749040"/>
            <a:ext cx="54864" cy="1188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CPA gives the algorithm a cost ceiling it didn't have before. Combined with cleaner conversion data, the algorithm can now make better decisions about which clicks to pursue and which to avoid.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CPA reduction plan: £30 (now) → £27 (week 4) → £25 (week 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"Use optimised ad rotation" auto-apply was kept enabled — this is standard best practice and helps serve the best-performing 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Overhaul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191 broad-match keywords to 255 structured phrase/exact 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 keywords in a single broad-match list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were actively blocking converting search terms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("appeal", "appealing", "appeals", "test", "hire", "usa")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— impossible to audit or maintain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keywords across 7 organised lists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+ exact match only (no broad match)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dangerous blockers removed — converting terms now free to show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Safety-checked against all converting search terms before applying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30352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List Name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Match Type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 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183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Phrase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5+ words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Exact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217920" y="3291840"/>
            <a:ext cx="5394960" cy="274320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29184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Discovery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3749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broad-match negative "appeal" was blocking 17 search terms that actually convert — including "appeal planning decision" and "planning permission appeals".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broad-match negative "hire" was blocking "cheshire east planning objections" because broad match sees "hire" inside "cheshire".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broad-match negative "test" was blocking "contest planning application" because broad match sees "test" inside "contest".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now removed. Converting traffic is no longer being blocked.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5" name="Shape 2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6" name="Shape 2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Audit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high-performing paused keywords re-enabled — 573 lifetime conversions at £24 avg CPA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371600"/>
                <a:gridCol w="137160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Lifetime 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"object to planning application"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£22.08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6.5%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"opposing planning permission"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£28.66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5.9%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specialist"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£20.97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18.4%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consultants"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£22.65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16.9%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letter"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£24.94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6.3%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"contesting planning permission"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£29.52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7.2%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permission objections"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£27.78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6.0%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"planning objection solicitor"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£10.77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22.6%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475488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8 keywords have generated 573 lifetime conversions at an average CPA of £24.30. The previous agency paused them all in October 2025 as part of a restructure.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paused: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 ad group (zero conversions, £79 wasted). Volume now consolidated into the main Planning Objections ad group with 12 active keywords.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Shape 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7" name="Shape 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8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Adjustments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Device, schedule, and day-of-week optimisations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47472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Bids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+10% (no change)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CPA (£27), 57% of spend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+10% (no change)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 rate (8.6%), strong CPA (£28)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Tablet: -20% → -30%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conv rate (4.9%), volatile CPA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188720"/>
            <a:ext cx="54864" cy="2286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(+15%)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1600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best-performing time slots: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87452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2-5pm, Mon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2-5pm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12-6am, Thu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12-2pm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12-6am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1188720"/>
            <a:ext cx="3566160" cy="22860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(-40%)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worst-performing time slots: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1874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6-9am, Wed 6-9am, Wed 9-12pm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6-9am, Fri 5pm-12am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6-9am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9-12pm, Sun 12-2pm, Sun 2-5pm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slots left unchanged — will review monthly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11091672" cy="9144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79476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bid adjustments are based on all-time performance data. They will be reviewed and refined monthly as new data accumulates. The approach is deliberate: increase spend where CPA is strong, reduce where it's weak.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Targeting Rebuild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April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 overlapping targets to 52 clean county-level targets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overlapping location targets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"United Kingdom" catch-all (45% of spend, worst CPA)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targeted 3 times (city + radius + catch-all)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radius targets including "Hair Salons within Plymouth"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bid adjustments — every area treated equally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county-level targets — full UK coverage, zero overlap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English counties + Scotland + Wales + Northern Ireland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bid adjustments: +15% (13 top counties), 0% (20), -20% (7 weak)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now attributable to a specific county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for monthly optimisation from day 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91672" cy="25603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291840"/>
            <a:ext cx="54864" cy="25603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Counties (+15% bid increase)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10725912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27432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County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Greater London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58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Kent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30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Essex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27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11.6%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Surrey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30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10.7%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Hertfordshire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19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9.2%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Norfolk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14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£15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13.3%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Staffordshire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13 conv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£13 CPA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A853"/>
                          </a:solidFill>
                        </a:rPr>
                        <a:t>11.9% CR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3" name="Shape 20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5" name="Shape 2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6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0584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97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April)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09728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keyword audit, search term exclusions, new ad copy variants for testing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057400"/>
            <a:ext cx="54864" cy="9144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April)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14884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build begins — dedicated page to improve Quality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54864" cy="9144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 April)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320040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live. First performance review of Day 1 changes.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60520"/>
            <a:ext cx="54864" cy="9144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April)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4251960"/>
            <a:ext cx="8988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analysis. Reduce target CPA to £27 if data supports it. Month 1 report.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91672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035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showing exactly what changed and what improved. </a:t>
            </a:r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vanity metrics, no jargon. Just data.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0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Implementation Report — Objection Experts</dc:title>
  <dc:subject>PptxGenJS Presentation</dc:subject>
  <dc:creator>Christopher Hoole</dc:creator>
  <cp:lastModifiedBy>Christopher Hoole</cp:lastModifiedBy>
  <cp:revision>1</cp:revision>
  <dcterms:created xsi:type="dcterms:W3CDTF">2026-04-01T16:15:45Z</dcterms:created>
  <dcterms:modified xsi:type="dcterms:W3CDTF">2026-04-01T16:15:45Z</dcterms:modified>
</cp:coreProperties>
</file>