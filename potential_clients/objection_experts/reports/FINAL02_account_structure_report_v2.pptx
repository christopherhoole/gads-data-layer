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STRUCTURE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ISSUES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 (15 months)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640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increased 28%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Agency Change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£30.24 to £38.63 per conversion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9260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(Jan-Sep 2025)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550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£30.24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35508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rate: 8.25%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06840" y="29260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006840" y="2926080"/>
            <a:ext cx="54864" cy="1051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(Oct 2025-Mar 2026)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4400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£38.63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144000" y="3566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rate: 6.42%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8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29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£30.24 → £38.63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Increase (+28%)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8.25% → 6.42%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 Decline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/ 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Quality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Guardrail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Issues Identified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274320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CPA increased 28% after the agency change in October 2025 (£30.24 → £38.63), with monthly CPA peaking at £65 in March 2026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dropped from 8.25% to 6.42% — a 22% decline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 set to Maximise Conversions with no target CPA — the algorithm has no cost guardrails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is counted as a Primary conversion, inflating reported numbers and misleading the algorithm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 of 2-3 out of 10 on most keywords — paying a significant premium on every click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recommendations were enabled — Google made bid strategy changes without human oversight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Shape 2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0" name="Shape 2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1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Before &amp; After Story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comparison: pre vs post agency change (October 2025)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41148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73152" cy="4114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— September 2025 (40 weeks)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£30.24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Conversion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9260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260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CPC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£269.17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92608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 Spend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9260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92608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Clicks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1188720"/>
            <a:ext cx="5303520" cy="41148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1188720"/>
            <a:ext cx="73152" cy="4114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8368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2025 — March 2026 (25 weeks, post agency change)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£38.63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868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Conversion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6.42%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6868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£2.48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6868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CPC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£302.86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6868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 Spend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51560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68680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51560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368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3053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68680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Clicks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515600" y="4892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-29%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5577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Post-October period is 25 weeks vs 40 weeks pre-October. Per-week metrics are used for fair comparison.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0" name="Shape 4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1" name="Shape 4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2" name="Shape 5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5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Conversion Trend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volatility increased significantly after the agency change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cpa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840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38404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3840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169164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Pre-Oct 2025 CPA: £30.24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Post-Oct 2025 CPA: £38.63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shows clear CPA volatility after October. Some weeks spike above £60-80 while others remain normal.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the client's experience: "some weeks are fine, then the algorithm just goes crazy."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Conversions with no target CPA. The algorithm has no cost guardrail.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CPA Breakdown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cost per conversion shows the full volatility picture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monthly_c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840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38404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3840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Context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169164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2025: £22 CPA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month: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2026: £65 CPA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averages: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Jan-Sep 2025: £30.24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2025-Mar 2026: £38.63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averages mask significant month-to-month swings. Post-October, CPA ranges from £27 to £65 — this volatility is the core problem.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Trend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declined from 8.25% to 6.42% after the agency change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conv_rate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840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38404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38404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169164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Pre-Oct 2025: 8.25%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Post-Oct 2025: 6.42%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declining conversion rate means more clicks are being wasted — the traffic quality has deteriorated.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Quality Scores reducing ad relevance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fragmentation splitting data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gaps letting irrelevant traffic through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 Analysis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Conversions with no stable target CPA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Setup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002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Maximise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CPA: None set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target CPA, Google's algorithm has permission to spend any amount per conversion. This is the primary driver of the cost volatility.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will chase conversions at any price, leading to unpredictable weekly costs.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Strategy Timeline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00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Oct 2025: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set to £30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Oct 2025: </a:t>
            </a:r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raised to £38.65 (+29%)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2025: </a:t>
            </a:r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recommendations enabled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Mar 2026: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auto-changed strategy to Max Conv Value (reversed same day)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CPA was raised within 3 weeks, and auto-apply gave Google control over bid strategy changes.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1672" cy="137160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49040"/>
            <a:ext cx="54864" cy="13716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target CPA based on the pre-October baseline (£25-30). This gives the algorithm a guardrail — it will still optimise for conversions, but won't overspend on low-quality clicks.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auto-apply recommendations. These allow Google to make bid strategy changes without human oversight.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at Takeover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 changes made in September—October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new RSAs, call-only ads, call extension. Added 101 negative exact match keywords.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331720"/>
            <a:ext cx="54864" cy="10058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04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ad groups — split into Planning Objection Letters, Consultants, Neighbourhood Objections. Mass-paused ~15 phrase match keywords.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74720"/>
            <a:ext cx="54864" cy="10058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840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 copy created with spelling errors (later corrected): Planinng, Guidence, Counsil, Distruptive, propery.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617720"/>
            <a:ext cx="54864" cy="10058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690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983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set to £30.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188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188720"/>
            <a:ext cx="54864" cy="100584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1554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on Search Partners + Display Network, then reversed same day. Added 6 image extensions, removed 4 same day.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331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331720"/>
            <a:ext cx="54864" cy="10058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404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auto-apply recommendations including bid strategy changes.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474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474720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840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bid adjustments: Mobile +30%, Desktop +10%, Tablet -20%. Ad schedule bid adjustments added.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4617720"/>
            <a:ext cx="5394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4617720"/>
            <a:ext cx="54864" cy="100584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4690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4983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Target CPA from £30 to £38.65 (+29%). Removed all headline pins from main RSA.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account owner (Owen) has been actively adding negative keywords throughout both agency periods — demonstrating engagement and suggesting the agency wasn't doing this proactively.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4" name="Shape 4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5" name="Shape 4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6" name="Shape 4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Issues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is inflating reported conversion numbers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201168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371600"/>
                <a:gridCol w="182880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 Action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Designation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Issue?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Form Submission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Website form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464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Google Forwarding Number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Phone call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Email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Email link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Primary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PROBLEM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Phone Number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Phone link click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Secondary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474720"/>
            <a:ext cx="5303520" cy="2286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474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8862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is set as a Primary conversion and included in account-level goals.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micro-conversion — someone clicking an email link, not submitting a form or making a call. It's not a real lead.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marked Primary, the bidding algorithm optimises toward these low-quality actions alongside genuine leads.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474720"/>
            <a:ext cx="539496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474720"/>
            <a:ext cx="54864" cy="22860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3886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conversions: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conversions (forms + calls): </a:t>
            </a:r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by: </a:t>
            </a:r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false conversions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CPA: £33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CPA: £37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cost per lead is higher than reported.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Analysis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Quality Score: 3.2 out of 10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quality_score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15200" y="1188720"/>
            <a:ext cx="4297680" cy="3657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0" y="1188720"/>
            <a:ext cx="54864" cy="3657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89520" y="16916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keywords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Quality Score of 3 or below.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is Google's rating of your ad relevance (1-10). It directly impacts how much you pay per click.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QS Tax: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QS 2-3, you're paying an estimated 2-4x more per click than a competitor with QS 7-8 for the same keyword.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from QS 3 to QS 7 could reduce click costs by 30-50%.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120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is determined by: Expected CTR + Ad Relevance + Landing Page Experience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Structure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2743200" cy="64008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(Search)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£18,333 spend | 95% of budget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228600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6032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60320"/>
            <a:ext cx="45720" cy="685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£17,413 (95%) — Active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320040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7472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74720"/>
            <a:ext cx="45720" cy="6858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 Letters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£351 (2%) — Low volume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411480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8912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389120"/>
            <a:ext cx="45720" cy="6858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 Consultants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£490 (3%) — Low volume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502920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30352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5303520"/>
            <a:ext cx="45720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5650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£79 (0.4%) — 0 conversions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6126480"/>
            <a:ext cx="2743200" cy="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1371600"/>
            <a:ext cx="7040880" cy="46634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1371600"/>
            <a:ext cx="54864" cy="46634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Assessment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182880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structure isn't inherently bad for a £1,500/month account.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the October restructure created problems: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fragmentation: 95% of spend stays in one ad group. The other three never get enough data to optimise.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 has zero conversions — it should be paused.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dormant campaigns (Lead Form Submissions, Planning Objection Letters campaign) add clutter.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campaigns: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- Core - PMax: Small Performance Max campaign (minimal spend)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Submissions: Dormant (£0 spend)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Objection Letters (campaign): Appears dormant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9" name="Shape 3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0" name="Shape 3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1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Audit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RSAs + 1 call-only ad in the main ad group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ad_spend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3200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0" y="1188720"/>
            <a:ext cx="4480560" cy="32004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0" y="1188720"/>
            <a:ext cx="54864" cy="3200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740664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Performance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0" y="16916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1 (keyword insertion):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£14,940 spend, CPA £31.36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2 (Planning Objection Letter):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£1,604 spend, CPA £43.07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3 (Planning Objection Help):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£703 spend, CPA £57.78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keyword insertion RSA dominates (85% of spend) and has the best CPA. This is actually positive — it shows the algorithm learned which ad performs best.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3 RSAs is good practice — it allows testing. The opportunity is to improve the underperforming RSAs.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466344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502920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1 uses {KeyWord:} insertion — can create awkward combinations with certain search terms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Headline 14 is pinned (to position 3) — no headline pinning for positions 1-2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Call-only ad has very low volume (49 clicks, 1 conversion) — insufficient data to evaluate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Assessment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ads point to the homepage (objectionexperts.com)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landing_page_moc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029200" cy="3474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1188720"/>
            <a:ext cx="5029200" cy="347472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1188720"/>
            <a:ext cx="5577840" cy="164592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1188720"/>
            <a:ext cx="54864" cy="16459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280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63640" y="1554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headline and value proposition above the fold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trust signals: Trustpilot, RTPI qualified, Google reviews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stats: 600+ objections, 25+ reviews, 85+ 5-star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visible above the fold with clear CTA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Testimonials, case studies, FAQ, and process explanation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3017520"/>
            <a:ext cx="5577840" cy="16459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017520"/>
            <a:ext cx="54864" cy="16459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3108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33832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landing page (shorter, more focused) could improve QS and conversion rate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has a lot of content below the fold — may distract from the primary CTA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different landing page variants could yield conversion rate improvements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optimisation should be verified given 57% of traffic is mobile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937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This is a good landing page. The improvement opportunity is refinement, not overhaul.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4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5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Setup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1,066 observation audiences applied — many are irrelevant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32004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3200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Audiences Applied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GMC Motor Vehicles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Movie Fans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 Equipment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Costumes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to Cincinnati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Changes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Scooters &amp; Mopeds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 Fans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Equipment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32004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3200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Impact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audiences are set to Observation mode, which means they don't restrict who sees the ads.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is being wasted.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the selection shows a lack of strategic thinking. Relevant audiences for a planning objection service would include: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buyers / home movers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services seekers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improvement / renovation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council / planning related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audiences are a data-gathering tool. The right audiences provide bid adjustment insights. The wrong audiences provide no actionable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2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Summary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34747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005840"/>
            <a:ext cx="3474720" cy="4114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55448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stable target CPA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has no cost guardrail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inflation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counted as Primary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 of 2-3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2-4x premium on clicks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enabled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making changes unsupervised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005840"/>
            <a:ext cx="34747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005840"/>
            <a:ext cx="3474720" cy="4114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155448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gaps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 exact match only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fragmentation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 groups have insufficient data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increase of 28%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£30.24 → £38.63 post-takeover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testing opportunity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RSAs underperforming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005840"/>
            <a:ext cx="347472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005840"/>
            <a:ext cx="3474720" cy="411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155448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observation audiences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wasted but no value either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campaigns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Form, Planning Objection Letters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refinement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page, but a dedicated LP could improve QS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Call-only ad low volume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clicks, 1 conversion — inconclusive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9436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Report 3 — Restructure &amp; Growth Plan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7" name="Shape 2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 Structure &amp; Issues — Objection Experts</dc:title>
  <dc:subject>PptxGenJS Presentation</dc:subject>
  <dc:creator>Christopher Hoole</dc:creator>
  <cp:lastModifiedBy>Christopher Hoole</cp:lastModifiedBy>
  <cp:revision>1</cp:revision>
  <dcterms:created xsi:type="dcterms:W3CDTF">2026-03-29T17:03:39Z</dcterms:created>
  <dcterms:modified xsi:type="dcterms:W3CDTF">2026-03-29T17:03:39Z</dcterms:modified>
</cp:coreProperties>
</file>