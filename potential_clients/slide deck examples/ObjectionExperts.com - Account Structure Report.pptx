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44UnfS5UWRCfJDY4nTbiRPB/2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467055-F7F3-41F4-AB2B-784585425D30}">
  <a:tblStyle styleId="{62467055-F7F3-41F4-AB2B-784585425D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572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48650" y="1280150"/>
            <a:ext cx="52488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ACCOUNT STRUCTURE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&amp; ISSUES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ObjectionExperts.com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Prepared by Christopher Hoole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Google Ads Specialist  |  March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christopherhoole.com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 period: Jan 2025 — Mar 2026 (15 months)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492240" y="64008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CPA increased 28%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492240" y="13716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After Agency Change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From £30.24 to £38.63 per conversion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217920" y="2926080"/>
            <a:ext cx="26060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355080" y="29718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Before (Jan-Sep 2025)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355080" y="32461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CPA: £30.24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355080" y="356616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 rate: 8.25%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9006840" y="2926080"/>
            <a:ext cx="26060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900684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9144000" y="297180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After (Oct 2025-Mar 2026)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9144000" y="324612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CPA: £38.63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9144000" y="356616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 rate: 6.42%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£30.24 → £38.63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CPA Increase (+28%)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8.25% → 6.42%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 Rate Decline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2-3 / 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Avg Quality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No Target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CPA Guardrail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Issues Identified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640080" y="2743200"/>
            <a:ext cx="10515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Average CPA increased 28% after the agency change in October 2025 (£30.24 → £38.63), with monthly CPA peaking at £65 in March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Conversion rate dropped from 8.25% to 6.42% — a 22% decline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Bid strategy set to Maximise Conversions with no target CPA — the algorithm has no cost guardrails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Email Click is counted as a Primary conversion, inflating reported numbers and misleading the algorithm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Quality Scores of 2-3 out of 10 on most keywords — paying a significant premium on every click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Auto-apply recommendations were enabled — Google made bid strategy changes without human oversight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81" name="Google Shape;8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Before &amp; After Story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Performance comparison: pre vs post agency change (October 2025)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48640" y="1188720"/>
            <a:ext cx="5303520" cy="411480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548640" y="1188720"/>
            <a:ext cx="73152" cy="4114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822960" y="1280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22960" y="16916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January — September 2025 (40 weeks)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22960" y="2103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£30.24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926080" y="2148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Cost Per Conversion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22960" y="2651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8.25%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926080" y="2697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Conversion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22960" y="32004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£2.5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926080" y="32461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Average CPC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22960" y="37490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£269.17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926080" y="37947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Avg Weekly 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822960" y="42976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356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2926080" y="43434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822960" y="4846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4315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926080" y="4892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Clicks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309360" y="1188720"/>
            <a:ext cx="5303520" cy="41148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309360" y="1188720"/>
            <a:ext cx="73152" cy="4114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6583680" y="1280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583680" y="16916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October 2025 — March 2026 (25 weeks, post agency change)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583680" y="2103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£38.63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686800" y="21488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Cost Per Conversion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10515600" y="21488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+28%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583680" y="26517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6.42%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8686800" y="2697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Conversion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10515600" y="26974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-22%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583680" y="320040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£2.48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686800" y="3246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Average CPC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10515600" y="32461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-1%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6583680" y="37490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£302.86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8686800" y="37947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Avg Weekly 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0515600" y="37947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+13%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6583680" y="42976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196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8686800" y="43434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10515600" y="43434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-45%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6583680" y="4846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3053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8686800" y="4892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Total Clicks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0515600" y="4892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-29%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548640" y="55778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Note: Post-October period is 25 weeks vs 40 weeks pre-October. Per-week metrics are used for fair comparison.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40" name="Google Shape;1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Cost Per Conversion Trend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CPA volatility increased significantly after the agency change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User\Desktop\gads-data-layer\potential_clients\objection_experts\charts\cpa_over_time.png" id="156" name="Google Shape;1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777240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8503920" y="1188720"/>
            <a:ext cx="3108960" cy="384048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8503920" y="1188720"/>
            <a:ext cx="54864" cy="3840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8732520" y="1691640"/>
            <a:ext cx="2743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Pre-Oct 2025 CPA: £30.24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Post-Oct 2025 CPA: £38.63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chart shows clear CPA volatility after October. Some weeks spike above £60-80 while others remain normal.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matches the client's experience: "some weeks are fine, then the algorithm just goes crazy."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Root cause: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Maximise Conversions with no target CPA. The algorithm has no cost guardrail.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65" name="Google Shape;16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Monthly CPA Breakdown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Month-by-month cost per conversion shows the full volatility picture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User\Desktop\gads-data-layer\potential_clients\objection_experts\charts\monthly_cpa.png" id="181" name="Google Shape;1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777240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/>
          <p:nvPr/>
        </p:nvSpPr>
        <p:spPr>
          <a:xfrm>
            <a:off x="8503920" y="1188720"/>
            <a:ext cx="3108960" cy="384048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8503920" y="1188720"/>
            <a:ext cx="54864" cy="3840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Monthly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8732520" y="1691640"/>
            <a:ext cx="2743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Best month: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April 2025: £22 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Worst month: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March 2026: £65 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Period averages: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Jan-Sep 2025: £30.24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Oct 2025-Mar 2026: £38.63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averages mask significant month-to-month swings. Post-October, CPA ranges from £27 to £65 — this volatility is the core problem.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90" name="Google Shape;19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Conversion Rate Trend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Conversion rate declined from 8.25% to 6.42% after the agency change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User\Desktop\gads-data-layer\potential_clients\objection_experts\charts\conv_rate_over_time.png" id="206" name="Google Shape;2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777240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/>
          <p:nvPr/>
        </p:nvSpPr>
        <p:spPr>
          <a:xfrm>
            <a:off x="8503920" y="1188720"/>
            <a:ext cx="3108960" cy="384048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8503920" y="1188720"/>
            <a:ext cx="54864" cy="3840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8732520" y="1325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8732520" y="1691640"/>
            <a:ext cx="2743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Pre-Oct 2025: 8.25%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Post-Oct 2025: 6.42%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declining conversion rate means more clicks are being wasted — the traffic quality has deteriorated.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Contributing factors: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 Quality Scores reducing ad relevance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 group fragmentation splitting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Negative keyword gaps letting irrelevant traffic through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15" name="Google Shape;21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Bid Strategy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Maximise Conversions with no stable target 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Current Setup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777240" y="160020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Strategy: Maximise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Target CPA: None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Without a target CPA, Google's algorithm has permission to spend any amount per conversion. This is the primary driver of the cost volatility.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algorithm will chase conversions at any price, leading to unpredictable weekly costs.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Bid Strategy Timeline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492240" y="160020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7 Oct 2025: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CPA set to £30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30 Oct 2025: </a:t>
            </a: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Target CPA raised to £38.65 (+29%)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Oct 2025: </a:t>
            </a: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Auto-apply recommendations enabled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28 Mar 2026: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Google auto-changed strategy to Max Conv Value (reversed same day)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target CPA was raised within 3 weeks, and auto-apply gave Google control over bid strategy changes.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48640" y="3749040"/>
            <a:ext cx="11091672" cy="13716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548640" y="3749040"/>
            <a:ext cx="54864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777240" y="3840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What Should Happen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777240" y="4160520"/>
            <a:ext cx="106344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Set a target CPA based on the pre-October baseline (£25-30). This gives the algorithm a guardrail — it will still optimise for conversions, but won't overspend on low-quality clicks.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Disable auto-apply recommendations. These allow Google to make bid strategy changes without human oversight.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47" name="Google Shape;2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What Changed at Takeover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Key account changes made in September—October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48640" y="1188720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548640" y="1188720"/>
            <a:ext cx="54864" cy="10058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731520" y="1261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25 Sep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731520" y="15544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Created new RSAs, call-only ads, call extension. Added 101 negative exact match keywords.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548640" y="2331720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548640" y="2331720"/>
            <a:ext cx="54864" cy="100584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731520" y="2404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3 Oct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731520" y="26974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Restructured ad groups — split into Planning Objection Letters, Consultants, Neighbourhood Objections. Mass-paused ~15 phrase match keywords.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48640" y="3474720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548640" y="3474720"/>
            <a:ext cx="54864" cy="10058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731520" y="3547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3 Oct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731520" y="38404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New ad copy created with spelling errors (later corrected): Planinng, Guidence, Counsil, Distruptive, propery.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48640" y="4617720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548640" y="4617720"/>
            <a:ext cx="54864" cy="10058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731520" y="4690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7 Oct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31520" y="49834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CPA set to £30.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217920" y="1188720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6217920" y="1188720"/>
            <a:ext cx="54864" cy="100584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6400800" y="1261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9 Oct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400800" y="15544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Turned on Search Partners + Display Network, then reversed same day. Added 6 image extensions, removed 4 same day.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6217920" y="2331720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6217920" y="2331720"/>
            <a:ext cx="54864" cy="10058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400800" y="2404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9 Oct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6400800" y="26974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Enabled auto-apply recommendations including bid strategy changes.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6217920" y="3474720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6217920" y="3474720"/>
            <a:ext cx="54864" cy="10058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6400800" y="3547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13 Oct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400800" y="38404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Device bid adjustments: Mobile +30%, Desktop +10%, Tablet -20%. Ad schedule bid adjustments added.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217920" y="4617720"/>
            <a:ext cx="539496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6217920" y="4617720"/>
            <a:ext cx="54864" cy="10058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6400800" y="4690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30 Oct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400800" y="49834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Raised Target CPA from £30 to £38.65 (+29%). Removed all headline pins from main RSA.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Note: The account owner (Owen) has been actively adding negative keywords throughout both agency periods — demonstrating engagement and suggesting the agency wasn't doing this proactively.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300" name="Google Shape;3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Conversion Tracking Issues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Email Click is inflating reported conversion numbers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6" name="Google Shape;316;p9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{62467055-F7F3-41F4-AB2B-784585425D30}</a:tableStyleId>
              </a:tblPr>
              <a:tblGrid>
                <a:gridCol w="3200400"/>
                <a:gridCol w="1828800"/>
                <a:gridCol w="1371600"/>
                <a:gridCol w="1828800"/>
                <a:gridCol w="22860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Conversion Action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Type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Count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Designation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Issue?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Form Submission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Website form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464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Primary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Google Forwarding Number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Phone call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26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Primary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Email Click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Email link click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17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Primary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43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A4335"/>
                          </a:solidFill>
                        </a:rPr>
                        <a:t>PROBLEM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E8E6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Phone Number Click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Phone link click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45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Secondary</a:t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50800" marB="50800" marR="101600" marL="1016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9"/>
          <p:cNvSpPr/>
          <p:nvPr/>
        </p:nvSpPr>
        <p:spPr>
          <a:xfrm>
            <a:off x="548640" y="3474720"/>
            <a:ext cx="5303520" cy="22860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548640" y="3474720"/>
            <a:ext cx="54864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777240" y="3566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777240" y="388620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Email Click is set as a Primary conversion and included in account-level goals.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is a micro-conversion — someone clicking an email link, not submitting a form or making a call. It's not a real lead.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Because it's marked Primary, the bidding algorithm optimises toward these low-quality actions alongside genuine leads.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6217920" y="3474720"/>
            <a:ext cx="5394960" cy="22860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6217920" y="3474720"/>
            <a:ext cx="54864" cy="2286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6492240" y="3566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Impact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6492240" y="388620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Reported conversions: </a:t>
            </a: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552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Real conversions (forms + calls): </a:t>
            </a: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490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Inflated by: </a:t>
            </a: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62 false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Reported CPA: £33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True CPA: £37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The true cost per lead is higher than reported.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329" name="Google Shape;3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9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Quality Score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Average Quality Score: 3.2 out of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User\Desktop\gads-data-layer\potential_clients\objection_experts\charts\quality_score_dist.png" id="345" name="Google Shape;3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64008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0"/>
          <p:cNvSpPr/>
          <p:nvPr/>
        </p:nvSpPr>
        <p:spPr>
          <a:xfrm>
            <a:off x="7315200" y="1188720"/>
            <a:ext cx="4297680" cy="36576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7315200" y="1188720"/>
            <a:ext cx="54864" cy="3657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7589520" y="1325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What This Means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7589520" y="1691640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75% of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have a Quality Score of 3 or below.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Quality Score is Google's rating of your ad relevance (1-10). It directly impacts how much you pay per click.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The QS Tax: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At QS 2-3, you're paying an estimated 2-4x more per click than a competitor with QS 7-8 for the same keyword.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Improving from QS 3 to QS 7 could reduce click costs by 30-50%.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48640" y="51206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Quality Score is determined by: Expected CTR + Ad Relevance + Landing Page Experience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355" name="Google Shape;3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0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Account Structure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731520" y="1371600"/>
            <a:ext cx="2743200" cy="6400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 Campaign (Search)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£18,333 spend | 95% of 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1"/>
          <p:cNvCxnSpPr/>
          <p:nvPr/>
        </p:nvCxnSpPr>
        <p:spPr>
          <a:xfrm>
            <a:off x="2103120" y="228600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11"/>
          <p:cNvSpPr/>
          <p:nvPr/>
        </p:nvSpPr>
        <p:spPr>
          <a:xfrm>
            <a:off x="548640" y="2560320"/>
            <a:ext cx="310896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548640" y="2560320"/>
            <a:ext cx="45720" cy="685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731520" y="2606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Planning Objections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731520" y="29077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£17,413 (95%) — Active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8" name="Google Shape;378;p11"/>
          <p:cNvCxnSpPr>
            <a:stCxn id="374" idx="2"/>
          </p:cNvCxnSpPr>
          <p:nvPr/>
        </p:nvCxnSpPr>
        <p:spPr>
          <a:xfrm>
            <a:off x="2103120" y="324612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11"/>
          <p:cNvSpPr/>
          <p:nvPr/>
        </p:nvSpPr>
        <p:spPr>
          <a:xfrm>
            <a:off x="548640" y="3474720"/>
            <a:ext cx="310896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548640" y="3474720"/>
            <a:ext cx="45720" cy="685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Planning Objection Letters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731520" y="38221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£351 (2%) — Low volume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1"/>
          <p:cNvCxnSpPr>
            <a:stCxn id="379" idx="2"/>
          </p:cNvCxnSpPr>
          <p:nvPr/>
        </p:nvCxnSpPr>
        <p:spPr>
          <a:xfrm>
            <a:off x="2103120" y="416052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1"/>
          <p:cNvSpPr/>
          <p:nvPr/>
        </p:nvSpPr>
        <p:spPr>
          <a:xfrm>
            <a:off x="548640" y="4389120"/>
            <a:ext cx="310896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548640" y="4389120"/>
            <a:ext cx="45720" cy="685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/>
          <p:nvPr/>
        </p:nvSpPr>
        <p:spPr>
          <a:xfrm>
            <a:off x="731520" y="4434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Planning Objection Consultants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731520" y="47365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£490 (3%) — Low volume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11"/>
          <p:cNvCxnSpPr>
            <a:stCxn id="384" idx="2"/>
          </p:cNvCxnSpPr>
          <p:nvPr/>
        </p:nvCxnSpPr>
        <p:spPr>
          <a:xfrm>
            <a:off x="2103120" y="507492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11"/>
          <p:cNvSpPr/>
          <p:nvPr/>
        </p:nvSpPr>
        <p:spPr>
          <a:xfrm>
            <a:off x="548640" y="5303520"/>
            <a:ext cx="310896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/>
          <p:nvPr/>
        </p:nvSpPr>
        <p:spPr>
          <a:xfrm>
            <a:off x="548640" y="5303520"/>
            <a:ext cx="45720" cy="685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731520" y="5349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Neighbourhood Objections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731520" y="56509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£79 (0.4%) — 0 conversions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731520" y="6126480"/>
            <a:ext cx="274320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4572000" y="1371600"/>
            <a:ext cx="7040880" cy="466344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4572000" y="1371600"/>
            <a:ext cx="54864" cy="4663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4846320" y="14630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Structure Assessment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4846320" y="1828800"/>
            <a:ext cx="64008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 simple structure isn't inherently bad for a £1,500/month account.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However, the October restructure created problems: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Volume fragmentation: 95% of spend stays in one ad group. The other three never get enough data to optimise.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Neighbourhood Objections has zero conversions — it should be paused.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Multiple dormant campaigns (Lead Form Submissions, Planning Objection Letters campaign) add clutter.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Other campaigns: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GLO - Core - PMax: Small Performance Max campaign (minimal spend)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Lead Form Submissions: Dormant (£0 spend)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Planning Objection Letters (campaign): Appears dormant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402" name="Google Shape;4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1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2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 Copy Audit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2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3 RSAs + 1 call-only ad in the main ad group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User\Desktop\gads-data-layer\potential_clients\objection_experts\charts\ad_spend_distribution.png" id="418" name="Google Shape;4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188720"/>
            <a:ext cx="6400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2"/>
          <p:cNvSpPr/>
          <p:nvPr/>
        </p:nvSpPr>
        <p:spPr>
          <a:xfrm>
            <a:off x="7132320" y="1188720"/>
            <a:ext cx="4480560" cy="32004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7132320" y="1188720"/>
            <a:ext cx="54864" cy="3200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7406640" y="13258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 Performance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7406640" y="1691640"/>
            <a:ext cx="39319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RSA 1 (keyword insertion):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£14,940 spend, CPA £31.36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RSA 2 (Planning Objection Letter):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£1,604 spend, CPA £43.07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RSA 3 (Planning Objection Help):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£703 spend, CPA £57.78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keyword insertion RSA dominates (85% of spend) and has the best CPA. This is actually positive — it shows the algorithm learned which ad performs best.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Having 3 RSAs is good practice — it allows testing. The opportunity is to improve the underperforming RSAs.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548640" y="4663440"/>
            <a:ext cx="54864" cy="1188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2"/>
          <p:cNvSpPr/>
          <p:nvPr/>
        </p:nvSpPr>
        <p:spPr>
          <a:xfrm>
            <a:off x="777240" y="4754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777240" y="5029200"/>
            <a:ext cx="1063447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Headline 1 uses {KeyWord:} insertion — can create awkward combinations with certain search terms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Only Headline 14 is pinned (to position 3) — no headline pinning for positions 1-2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Call-only ad has very low volume (49 clicks, 1 conversion) — insufficient data to evaluate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431" name="Google Shape;4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Landing Page Assessment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3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All ads point to the homepage (objectionexperts.com)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6035040" y="1188720"/>
            <a:ext cx="5577840" cy="164592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6035040" y="1188720"/>
            <a:ext cx="54864" cy="16459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6263640" y="12801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6263640" y="155448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Clear headline and value proposition above the fold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Strong trust signals: Trustpilot, RTPI qualified, Google reviews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Social proof stats: 600+ objections, 25+ reviews, 85+ 5-star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Lead form visible above the fold with clear CTA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Testimonials, case studies, FAQ, and process explanation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6035040" y="3017520"/>
            <a:ext cx="5577840" cy="164592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3"/>
          <p:cNvSpPr/>
          <p:nvPr/>
        </p:nvSpPr>
        <p:spPr>
          <a:xfrm>
            <a:off x="6035040" y="3017520"/>
            <a:ext cx="54864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6263640" y="310896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Opportunities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6263640" y="3383280"/>
            <a:ext cx="5120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dedicated landing page (shorter, more focused) could improve QS and conversion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Homepage has a lot of content below the fold — may distract from the primary CTA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A/B testing different landing page variants could yield conversion rate improvements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Mobile optimisation should be verified given 57% of traffic is mobile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548640" y="493776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Overall: This is a good landing page. The improvement opportunity is refinement, not overhaul.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460" name="Google Shape;4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3" name="Google Shape;463;p13" title="Opera Snapshot_2026-03-29_163156_objectionexperts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1203960"/>
            <a:ext cx="4781109" cy="358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4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4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Audience Setup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1,066 observation audiences applied — many are irrelevant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548640" y="1188720"/>
            <a:ext cx="5303520" cy="32004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548640" y="1188720"/>
            <a:ext cx="54864" cy="3200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Irrelevant Audiences Applied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777240" y="1645920"/>
            <a:ext cx="4754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GMC Motor Vehicles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Horror Movie Fans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Baseball Equipment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Costumes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Trips to Cincinnati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Oil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Scooters &amp; Mopeds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Baseball Fans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Bowling Equipment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6217920" y="1188720"/>
            <a:ext cx="5394960" cy="32004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6217920" y="1188720"/>
            <a:ext cx="54864" cy="3200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Context &amp; Impact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6492240" y="1645920"/>
            <a:ext cx="4937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These audiences are set to Observation mode, which means they don't restrict who sees the ads.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No money is being wasted.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However, the selection shows a lack of strategic thinking. Relevant audiences for a planning objection service would include: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Property buyers / home movers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Legal services seekers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Home improvement / renovation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Local council / planning related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548640" y="46634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Observation audiences are a data-gathering tool. The right audiences provide bid adjustment insights. The wrong audiences provide no actionable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490" name="Google Shape;4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1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5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Issues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Data: Jan 2025 — Mar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548640" y="1005840"/>
            <a:ext cx="34747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548640" y="1005840"/>
            <a:ext cx="3474720" cy="411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548640" y="10058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731520" y="15544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stable target 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Algorithm has no cost guardrail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Conversion tracking inflation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Email Click counted as Primary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Quality Scores of 2-3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Paying 2-4x premium on clicks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Auto-apply enabled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Google making changes unsupervised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4297680" y="1005840"/>
            <a:ext cx="34747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4297680" y="1005840"/>
            <a:ext cx="3474720" cy="4114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4297680" y="10058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IMPORTANT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4480560" y="15544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Negative keyword gaps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Most use exact match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Volume fragmentation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 ad groups have insufficient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CPA increase of 28%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£30.24 → £38.63 post-takeover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RSA testing 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 of 3 RSAs underperforming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8046720" y="1005840"/>
            <a:ext cx="34747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8046720" y="1005840"/>
            <a:ext cx="3474720" cy="4114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8046720" y="10058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/>
          <p:nvPr/>
        </p:nvSpPr>
        <p:spPr>
          <a:xfrm>
            <a:off x="8229600" y="1554480"/>
            <a:ext cx="3108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Irrelevant observation audiences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money wasted but no value either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Dormant campaigns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Lead Form, Planning Objection Letters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Landing page refinement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Good page, but a dedicated LP could improve QS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Call-only ad low volume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49 clicks, 1 conversion — inconclusive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822960" y="5943600"/>
            <a:ext cx="105430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Next: Report 3 — Restructure &amp; Growth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524" name="Google Shape;5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2026-03-29T17:03:39Z</dcterms:created>
  <dc:creator>Christopher Hoole</dc:creator>
</cp:coreProperties>
</file>